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B2545"/>
                </a:solidFill>
                <a:latin typeface="Arial"/>
              </a:rPr>
              <a:t>Iterations to converge (compress every 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blobs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256²</c:v>
                  </c:pt>
                  <c:pt idx="1">
                    <c:v>512²</c:v>
                  </c:pt>
                  <c:pt idx="2">
                    <c:v>1024²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65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noise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256²</c:v>
                  </c:pt>
                  <c:pt idx="1">
                    <c:v>512²</c:v>
                  </c:pt>
                  <c:pt idx="2">
                    <c:v>1024²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</c:v>
                </c:pt>
                <c:pt idx="1">
                  <c:v>23</c:v>
                </c:pt>
                <c:pt idx="2">
                  <c:v>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shapes (snake)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256²</c:v>
                  </c:pt>
                  <c:pt idx="1">
                    <c:v>512²</c:v>
                  </c:pt>
                  <c:pt idx="2">
                    <c:v>1024²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98</c:v>
                </c:pt>
                <c:pt idx="1">
                  <c:v>215</c:v>
                </c:pt>
                <c:pt idx="2">
                  <c:v>513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BFS flood-fill time (ms), log scale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blobs · BFS</c:v>
                </c:pt>
              </c:strCache>
            </c:strRef>
          </c:tx>
          <c:spPr>
            <a:solidFill>
              <a:srgbClr val="065A82"/>
            </a:solidFill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256²</c:v>
                  </c:pt>
                  <c:pt idx="1">
                    <c:v>512²</c:v>
                  </c:pt>
                  <c:pt idx="2">
                    <c:v>1024²</c:v>
                  </c:pt>
                  <c:pt idx="3">
                    <c:v>2048²</c:v>
                  </c:pt>
                  <c:pt idx="4">
                    <c:v>4096²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2.83</c:v>
                </c:pt>
                <c:pt idx="2">
                  <c:v>10.08</c:v>
                </c:pt>
                <c:pt idx="3">
                  <c:v>38.54</c:v>
                </c:pt>
                <c:pt idx="4">
                  <c:v>163.54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noise · BFS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256²</c:v>
                  </c:pt>
                  <c:pt idx="1">
                    <c:v>512²</c:v>
                  </c:pt>
                  <c:pt idx="2">
                    <c:v>1024²</c:v>
                  </c:pt>
                  <c:pt idx="3">
                    <c:v>2048²</c:v>
                  </c:pt>
                  <c:pt idx="4">
                    <c:v>4096²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2.99</c:v>
                </c:pt>
                <c:pt idx="1">
                  <c:v>12.32</c:v>
                </c:pt>
                <c:pt idx="2">
                  <c:v>58.79</c:v>
                </c:pt>
                <c:pt idx="3">
                  <c:v>211.54</c:v>
                </c:pt>
                <c:pt idx="4">
                  <c:v>888.28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shapes · BFS</c:v>
                </c:pt>
              </c:strCache>
            </c:strRef>
          </c:tx>
          <c:spPr>
            <a:solidFill>
              <a:srgbClr val="F2C14E"/>
            </a:solidFill>
            <a:ln w="25400" cap="flat">
              <a:solidFill>
                <a:srgbClr val="F2C1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C14E"/>
              </a:solidFill>
              <a:ln w="9525" cap="flat">
                <a:solidFill>
                  <a:srgbClr val="F2C1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256²</c:v>
                  </c:pt>
                  <c:pt idx="1">
                    <c:v>512²</c:v>
                  </c:pt>
                  <c:pt idx="2">
                    <c:v>1024²</c:v>
                  </c:pt>
                  <c:pt idx="3">
                    <c:v>2048²</c:v>
                  </c:pt>
                  <c:pt idx="4">
                    <c:v>4096²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0.35</c:v>
                </c:pt>
                <c:pt idx="1">
                  <c:v>1.38</c:v>
                </c:pt>
                <c:pt idx="2">
                  <c:v>4.54</c:v>
                </c:pt>
                <c:pt idx="3">
                  <c:v>20.98</c:v>
                </c:pt>
                <c:pt idx="4">
                  <c:v>83.06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E3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PROGRAMMING · PARALLEL COMPUTING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GPU-Based Connected-Component Labeling of a Binary Image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8-connectivity · iterative label propagation in CUDA · convergence decided on the device · area, centroid and bounding box with atomics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23A66"/>
          </a:solidFill>
          <a:ln w="6350">
            <a:solidFill>
              <a:srgbClr val="2B5C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273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Maury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G25AIT2087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32004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23A66"/>
          </a:solidFill>
          <a:ln w="6350">
            <a:solidFill>
              <a:srgbClr val="2B5C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3273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Shrikrishna Tripathi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G25AIT2103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32004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23A66"/>
          </a:solidFill>
          <a:ln w="6350">
            <a:solidFill>
              <a:srgbClr val="2B5C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3273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Sahni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G25AIT2138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· September 2026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a story…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satellite photo has been thresholded: every pixel is land (1) or water (0). We must find every island — and for each island, how big it is, where its centre is, and the box that contains it.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walking the map (CPU) visits every pixel once, but one after another.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million pixels, each asking its 8 neighbours "who has the smallest name?" all at once — that is the GPU.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few rounds every island agrees on one name. That moment is convergence — and we want the GPU itself to notice it.</a:t>
            </a:r>
            <a:endParaRPr lang="en-US" sz="1400" dirty="0"/>
          </a:p>
        </p:txBody>
      </p:sp>
      <p:pic>
        <p:nvPicPr>
          <p:cNvPr id="5" name="Image 0" descr="/home/claude/pkg/GPU_CCL_FINAL_SUBMISSION/08_Results_and_Figures/figures/fig1_components_bl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188720"/>
            <a:ext cx="329184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24688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question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288036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millions of threads agree on a label without a central coordinator — and how does the host know they are done without pulling the whole image back every round?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 — what we were asked to build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binary image of arbitrary size · Output: labelled image, K, area / centroid / bounding box per component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8-connectivity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neighbours incl. diagonals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918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propagation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labels, then propagate until converged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on the GPU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full-image copy per iteration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999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&amp; background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out-of-bounds reads; bg never labelled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918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2999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properties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centroid, bbox — in parallel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2999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size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256² … 4096²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8-connectivity and initial labels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77240" cy="777240"/>
          </a:xfrm>
          <a:prstGeom prst="rect">
            <a:avLst/>
          </a:prstGeom>
          <a:solidFill>
            <a:srgbClr val="E8F1F8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63040" y="1371600"/>
            <a:ext cx="777240" cy="777240"/>
          </a:xfrm>
          <a:prstGeom prst="rect">
            <a:avLst/>
          </a:prstGeom>
          <a:solidFill>
            <a:srgbClr val="E8F1F8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777240" cy="777240"/>
          </a:xfrm>
          <a:prstGeom prst="rect">
            <a:avLst/>
          </a:prstGeom>
          <a:solidFill>
            <a:srgbClr val="E8F1F8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777240" cy="777240"/>
          </a:xfrm>
          <a:prstGeom prst="rect">
            <a:avLst/>
          </a:prstGeom>
          <a:solidFill>
            <a:srgbClr val="E8F1F8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3040" y="2194560"/>
            <a:ext cx="777240" cy="777240"/>
          </a:xfrm>
          <a:prstGeom prst="rect">
            <a:avLst/>
          </a:prstGeom>
          <a:solidFill>
            <a:srgbClr val="065A82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86000" y="2194560"/>
            <a:ext cx="777240" cy="777240"/>
          </a:xfrm>
          <a:prstGeom prst="rect">
            <a:avLst/>
          </a:prstGeom>
          <a:solidFill>
            <a:srgbClr val="E8F1F8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solidFill>
            <a:srgbClr val="E8F1F8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63040" y="3017520"/>
            <a:ext cx="777240" cy="777240"/>
          </a:xfrm>
          <a:prstGeom prst="rect">
            <a:avLst/>
          </a:prstGeom>
          <a:solidFill>
            <a:srgbClr val="E8F1F8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286000" y="3017520"/>
            <a:ext cx="777240" cy="777240"/>
          </a:xfrm>
          <a:prstGeom prst="rect">
            <a:avLst/>
          </a:prstGeom>
          <a:solidFill>
            <a:srgbClr val="E8F1F8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foreground pixels are in the same component iff a chain of 8-adjacent foreground pixels joins them. A diagonal line is one component (it would be N components under 4-connectivity).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label = flat index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1691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L(x, y) = y · W + x   (foreground)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L(x, y) = 0              (background, reserved)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256032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by construction — no sequential counter, no atomics at init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Order-preserving: the smallest index in a component becomes its root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is 0 forever: it exits every kernel and is skipped as a neighbour, so blobs separated by background never merge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iteration: pull the minimum, flag the change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207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init_labels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label[i] = i (fg) · 0 (bg)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propagate_labels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2219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= min(own, 8 fg neighbours); if best &lt; own → write, atomicExch(d_changed,1)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6334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compress_labels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352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4th pass: pointer-jump to root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741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346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memcpy 4 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6484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== 0 ? done : repeat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873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599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 + stats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3616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1..K on device; area/centroid/bbox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1234440"/>
            <a:ext cx="3840480" cy="2103120"/>
          </a:xfrm>
          <a:prstGeom prst="rect">
            <a:avLst/>
          </a:prstGeom>
          <a:solidFill>
            <a:srgbClr val="F3F6F9"/>
          </a:solidFill>
          <a:ln w="9525">
            <a:solidFill>
              <a:srgbClr val="C9D6E2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cudaMemset(d_changed, 0, 4);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propagate_labels&lt;&lt;&lt;grid,block&gt;&gt;&gt;(img, lab, W, H, d_changed);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((iter+1) % 4 ==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compress_labels&lt;&lt;&lt;grid,block&gt;&gt;&gt;(img, lab, W, H);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cudaMemcpy(&amp;changed, d_changed, 4, D2H);  // 4 bytes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++iter;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(changed);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52044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7492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correct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only decrease and are bounded by the component minimum; the minimum reaches every pixel along some path. When nothing changes, every pixel holds its component minimum.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propagate_labels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 pixel · 16×16 blocks · every neighbour read is bounds-checked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5760720" cy="3200400"/>
          </a:xfrm>
          <a:prstGeom prst="rect">
            <a:avLst/>
          </a:prstGeom>
          <a:solidFill>
            <a:srgbClr val="F3F6F9"/>
          </a:solidFill>
          <a:ln w="9525">
            <a:solidFill>
              <a:srgbClr val="C9D6E2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propagate_labels(const uchar* img, int* labels,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int W, int H, int* d_changed)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x = blockIdx.x*blockDim.x + threadIdx.x;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y = blockIdx.y*blockDim.y + threadIdx.y;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(x &gt;= W || y &gt;= H) return;      // grid rounded up to blocks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idx = y*W + x;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(!img[idx]) return;             // background: never labelled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best = labels[idx];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(dy = -1..1) { ny = y+dy; if (ny&lt;0 || ny&gt;=H) continue;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(dx = -1..1) { if (!dx &amp;&amp; !dy) continue;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nx = x+dx;  if (nx&lt;0 || nx&gt;=W) continue;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n = ny*W+nx;  if (!img[n]) continue;  // bg neighbour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(labels[n] &lt; best) best = labels[n]; }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(best &lt; labels[idx])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labels[idx] = best;  atomicExch(d_changed, 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0" y="13258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3796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7373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guards: the thread guard (x&lt;W, y&lt;H) and per-neighbour nx/ny checks. No halo, no padding.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292608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benign race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337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may read a neighbour before or after it updates this pass. Both values are valid labels; the algorithm is monotone, so a stale read only costs one extra iteration.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decided on the device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9EE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host ← device per iteration (d_changed)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MB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copying the 4096² int32 label image would cost — every iteration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cudaMemset(d_changed, 0) · any thread that lowers a label does atomicExch(d_changed, 1) · host reads one 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 is negligible: only changing threads write, and they vanish as the image converges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(number of components) is also counted on the device: each root does 1 + atomicAdd(d_count, 1)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compression: why a snake is the worst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moves the minimum one pixel per pass → O(diameter) iterations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winding component of length L needs ≈ L passes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compress_labels: while (labels[l] != l) l = labels[l];  every pixel jumps straight to its root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(serial reference, same algorithm): blobs 32–65 passes; the shapes image with one snake 98 / 215 / 513 passes at 256² / 512² / 1024² with compression every 4 — and far more without</a:t>
            </a:r>
            <a:endParaRPr lang="en-US" sz="1400" dirty="0"/>
          </a:p>
        </p:txBody>
      </p:sp>
      <p:pic>
        <p:nvPicPr>
          <p:cNvPr id="4" name="Image 0" descr="/home/claude/pkg/GPU_CCL_FINAL_SUBMISSION/08_Results_and_Figures/figures/fig2_components_sha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280160"/>
            <a:ext cx="3749040" cy="128016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5120640" y="2651760"/>
          <a:ext cx="37490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centroid, bounding box: one kernel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120640" cy="2743200"/>
          </a:xfrm>
          <a:prstGeom prst="rect">
            <a:avLst/>
          </a:prstGeom>
          <a:solidFill>
            <a:srgbClr val="F3F6F9"/>
          </a:solidFill>
          <a:ln w="9525">
            <a:solidFill>
              <a:srgbClr val="C9D6E2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component_stats(const int* lab, int W, int 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int* area, unsigned long long* sumx, unsigned long long* sumy,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int* xmin, int* ymin, int* xmax, int* ymax)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x = ..., y = ...;  if (x&gt;=W || y&gt;=H) return;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k = lab[y*W + x];  if (k == 0) return;      // background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atomicAdd(&amp;area[k], 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atomicAdd(&amp;sumx[k], (ull)x);  atomicAdd(&amp;sumy[k], (ull)y);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atomicMin(&amp;xmin[k], x);  atomicMin(&amp;ymin[k], 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atomicMax(&amp;xmax[k], x);  atomicMax(&amp;ymax[k], 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host: cx = sumx[k] / area[k],  cy = sumy[k] / area[k]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0" y="12344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978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64-bit sums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645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4096² component can hold 16.7 M pixels with x ≤ 4095 → Σx ≈ 6.9 × 10¹⁰, past int32.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760720" y="246888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2880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pixels of a component hit the same K-indexed slots. Fine for many small blobs; for one giant blob, block privatisation (as in our K-Means reduction) is the fix.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CSV: id,area,cx,cy,xmin,ymin,xmax,ymax  e.g.  1,107,24.25,3.61,16,0,31,9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components, centroids and bounding boxes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512² random blobs · 223 components · visualize.py from labels.bin + stats.csv</a:t>
            </a:r>
            <a:endParaRPr lang="en-US" sz="1300" dirty="0"/>
          </a:p>
        </p:txBody>
      </p:sp>
      <p:pic>
        <p:nvPicPr>
          <p:cNvPr id="4" name="Image 0" descr="/home/claude/pkg/GPU_CCL_FINAL_SUBMISSION/08_Results_and_Figures/figures/fig1_components_bl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8412480" cy="2788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binary input (30 % foreground). Middle: each component in its own colour. Right: centroid (+) and bounding box of the 80 largest components.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baseline (measured)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core, gcc -O3 · ccl_cpu.c · flood-fill vs the serial version of our algorithm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28016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3212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 pixels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532120" y="1691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ms → 164 ms for blobs, 3 ms → 888 ms for noise (55 k components) from 256² to 4096². One visit per pixel.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94960" y="30175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3212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propagation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34290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GPU algorithm run serially: 197 ms (blobs) and 1.35 s (noise) at 1024², vs 10 / 59 ms BFS — each of its tens of passes is O(N). The GPU wins by doing each pass in parallel.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blobs, 30 % foreground · CPU measured · GPU column from the Colab T4 run (07_Colab_Notebook)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280160"/>
                <a:gridCol w="1188720"/>
                <a:gridCol w="1280160"/>
                <a:gridCol w="118872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BFS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T4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4.19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4096²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on a T4: time per pass ≈ 0.1–1 ms for 1024²–4096² (one O(N) launch), so total GPU time ≈ iterations × pass time + one stats pass; speed-up grows with image size and is highest for blob-like images with few iterations.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same partition, exact statistics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ids come from atomic-counter order, CPU ids from raster order → ids differ, so verify.py tests the partition: a one-to-one map between labelings on foreground pixels, identical background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component: area, centroid (±10⁻³) and bounding box must equal the reference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references: ccl_cpu.c (BFS) and scipy.ndimage.label with an all-ones 3×3 structure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cases: all-foreground → 1 · all-background → 0 · 1-pixel column · 200×200 diagonal → 1 (8-connectivity)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1280160"/>
            <a:ext cx="3017520" cy="1371600"/>
          </a:xfrm>
          <a:prstGeom prst="rect">
            <a:avLst/>
          </a:prstGeom>
          <a:solidFill>
            <a:srgbClr val="F3F6F9"/>
          </a:solidFill>
          <a:ln w="9525">
            <a:solidFill>
              <a:srgbClr val="C9D6E2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verify.py blobs.bin l_gpu.bin s_gpu.csv --ref-labels l_cpu.bin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components: test=250 ref=250  partition identical: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statistics: 250 components checked, 0 mismatches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760720" y="283464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this package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324612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path, blobs 256² … 4096²: 143 / 223 / 250 / 264 / 276 components, every run PASS against SciPy; serial propagation and BFS agree exactly.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06_Live_Demo (browser, no GPU) · 07_Colab_Notebook (Tesla T4)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model of the pipeline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strip lights the active kernel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pixel is a thread; colours merge as minimum labels spread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changed counter is the 4-byte flag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shapes + compress-every 0 vs 4 vs 1 shows the snake problem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 changed = 0: ids 1..K, then area / centroid / bbox with boxes and + marks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prints the same lines as ./ccl_cuda --verbose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CUDA lab (≈ 8 min)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91640"/>
            <a:ext cx="3840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nvidia-smi, compile with auto-detected arch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1024² blobs, --verbose: one line per iteration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verify.py → PASS vs C and vs SciPy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figure: components, centroids, boxes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shapes image: iterations with / without compression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edge cases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benchmark sweep → fig5 + summary CSV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download artefacts for the report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O(diameter) passes for thin structures even with compression (513 at 1024² shapes)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Statistics atomics serialise on one giant component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overhead dominates below ~256²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min-propagation converges slower than GPU union-find on pathological inputs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91640"/>
            <a:ext cx="3840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Block-local labelling in shared memory, then border merging (fewer global passes)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GPU union-find with atomicCAS (Playne &amp; Hawick 2018)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Shared-memory privatisation for component_stats (as in our K-Means reduction)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3-D volumes (26-connectivity) for CT / MRI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Multi-GPU tiling with border merge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Three-member team contribution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Ritesh Maury (G25AIT2087)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propagate_labels kernel, 8-neighbour boundary handling, device-side convergence flag, host loop, race-condition analysis, compress_labels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Shrikrishna Tripathi (G25AIT2103)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component_stats kernel (area / centroid / bbox with atomics), assign_ids + compact_labels, benchmarking, figures, visualiser, CPU–GPU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Alok Sahni (G25AIT2138)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design, CPU reference (BFS + serial propagation), image generator, init_labels, verify.py, edge cases, report preparation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Integration, testing, debugging, report, presentation, viva preparation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tools were used for conceptual clarification, CUDA debugging suggestions, code review and documentation assistance. Final code integration, execution, testing, validation, benchmarking and result interpretation were performed by the team.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 pixel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8-neighbour min-label propagation labels images of any size; every neighbour read is bounds-checked and background is never labelled.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 per iteration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flag set with atomicExch decides convergence; K is counted with an atomic counter; the label image leaves the GPU once.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17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in one pass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375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centroid (64-bit sums) and bounding box via atomicAdd / atomicMin / atomicMax.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292608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017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375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partition and exact statistics vs a C reference and SciPy, including edge cases; measured CPU baseline 0.8 ms → 888 ms.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EE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Maury (G25AIT2087) · Shrikrishna Tripathi (G25AIT2103) · Alok Sahni (G25AIT2138)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Code, notebook, demo and guides: GPU_CCL_FINAL_SUBMISSION/ (see 00_START_HERE.md)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AI, IIT Jodhpur · GPU Programming · Problem 3 — GPU Connected-Component Labeling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2026-09-15T19:25:44Z</dcterms:created>
  <dcterms:modified xsi:type="dcterms:W3CDTF">2026-09-15T19:25:44Z</dcterms:modified>
</cp:coreProperties>
</file>